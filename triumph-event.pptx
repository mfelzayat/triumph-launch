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image" Target="../media/image-11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image" Target="../media/image-18-4.jpeg"/><Relationship Id="rId5" Type="http://schemas.openxmlformats.org/officeDocument/2006/relationships/image" Target="../media/image-18-5.jpeg"/><Relationship Id="rId6" Type="http://schemas.openxmlformats.org/officeDocument/2006/relationships/image" Target="../media/image-1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17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AYOUB GROUP PRESENTS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TRIUMPH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AFC8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PYRAMIDS LUXURY PLAZA HOTEL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31920" y="2834640"/>
            <a:ext cx="128016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LAUNCH EVENT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6th May 2026  |  7:00 PM  |  Pyramids Panorama 4, Giza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STRIKE MEDIA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868680"/>
            <a:ext cx="91440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2011680" cy="1097280"/>
          </a:xfrm>
          <a:prstGeom prst="rect">
            <a:avLst/>
          </a:prstGeom>
          <a:solidFill>
            <a:srgbClr val="0F466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45720" cy="1097280"/>
          </a:xfrm>
          <a:prstGeom prst="rect">
            <a:avLst/>
          </a:prstGeom>
          <a:solidFill>
            <a:srgbClr val="AFC8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6th May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2011680" cy="1097280"/>
          </a:xfrm>
          <a:prstGeom prst="rect">
            <a:avLst/>
          </a:prstGeom>
          <a:solidFill>
            <a:srgbClr val="0F4660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280160"/>
            <a:ext cx="45720" cy="1097280"/>
          </a:xfrm>
          <a:prstGeom prst="rect">
            <a:avLst/>
          </a:prstGeom>
          <a:solidFill>
            <a:srgbClr val="AFC8C2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97480" y="1737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7:00 PM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2011680" cy="1097280"/>
          </a:xfrm>
          <a:prstGeom prst="rect">
            <a:avLst/>
          </a:prstGeom>
          <a:solidFill>
            <a:srgbClr val="0F4660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280160"/>
            <a:ext cx="45720" cy="1097280"/>
          </a:xfrm>
          <a:prstGeom prst="rect">
            <a:avLst/>
          </a:prstGeom>
          <a:solidFill>
            <a:srgbClr val="AFC8C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Pyramids Panorama 4, Giza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2011680" cy="1097280"/>
          </a:xfrm>
          <a:prstGeom prst="rect">
            <a:avLst/>
          </a:prstGeom>
          <a:solidFill>
            <a:srgbClr val="0F4660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1280160"/>
            <a:ext cx="45720" cy="1097280"/>
          </a:xfrm>
          <a:prstGeom prst="rect">
            <a:avLst/>
          </a:prstGeom>
          <a:solidFill>
            <a:srgbClr val="AFC8C2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95160" y="1737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VIP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2011680" cy="1097280"/>
          </a:xfrm>
          <a:prstGeom prst="rect">
            <a:avLst/>
          </a:prstGeom>
          <a:solidFill>
            <a:srgbClr val="0F4660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743200"/>
            <a:ext cx="45720" cy="1097280"/>
          </a:xfrm>
          <a:prstGeom prst="rect">
            <a:avLst/>
          </a:prstGeom>
          <a:solidFill>
            <a:srgbClr val="AFC8C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 CODE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Tie / Luxury Formal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14600" y="2743200"/>
            <a:ext cx="2011680" cy="1097280"/>
          </a:xfrm>
          <a:prstGeom prst="rect">
            <a:avLst/>
          </a:prstGeom>
          <a:solidFill>
            <a:srgbClr val="0F4660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2743200"/>
            <a:ext cx="45720" cy="1097280"/>
          </a:xfrm>
          <a:prstGeom prst="rect">
            <a:avLst/>
          </a:prstGeom>
          <a:solidFill>
            <a:srgbClr val="AFC8C2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974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Mohamed Ayoub Group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2743200"/>
            <a:ext cx="2011680" cy="1097280"/>
          </a:xfrm>
          <a:prstGeom prst="rect">
            <a:avLst/>
          </a:prstGeom>
          <a:solidFill>
            <a:srgbClr val="0F4660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2743200"/>
            <a:ext cx="45720" cy="1097280"/>
          </a:xfrm>
          <a:prstGeom prst="rect">
            <a:avLst/>
          </a:prstGeom>
          <a:solidFill>
            <a:srgbClr val="AFC8C2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Triumph Luxury Hotels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TENTATIVE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868680"/>
            <a:ext cx="91440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8840" y="1298448"/>
            <a:ext cx="146304" cy="146304"/>
          </a:xfrm>
          <a:prstGeom prst="ellipse">
            <a:avLst/>
          </a:prstGeom>
          <a:solidFill>
            <a:srgbClr val="AFC8C2"/>
          </a:solidFill>
          <a:ln/>
        </p:spPr>
      </p:sp>
      <p:sp>
        <p:nvSpPr>
          <p:cNvPr id="5" name="Shape 3"/>
          <p:cNvSpPr/>
          <p:nvPr/>
        </p:nvSpPr>
        <p:spPr>
          <a:xfrm>
            <a:off x="2221992" y="1463040"/>
            <a:ext cx="0" cy="457200"/>
          </a:xfrm>
          <a:prstGeom prst="line">
            <a:avLst/>
          </a:prstGeom>
          <a:noFill/>
          <a:ln w="6350">
            <a:solidFill>
              <a:srgbClr val="AFC8C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188720"/>
            <a:ext cx="4572000" cy="457200"/>
          </a:xfrm>
          <a:prstGeom prst="rect">
            <a:avLst/>
          </a:prstGeom>
          <a:solidFill>
            <a:srgbClr val="0F4660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 Opens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2618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7:00 PM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892808"/>
            <a:ext cx="146304" cy="146304"/>
          </a:xfrm>
          <a:prstGeom prst="ellipse">
            <a:avLst/>
          </a:prstGeom>
          <a:solidFill>
            <a:srgbClr val="165577"/>
          </a:solidFill>
          <a:ln/>
        </p:spPr>
      </p:sp>
      <p:sp>
        <p:nvSpPr>
          <p:cNvPr id="10" name="Shape 8"/>
          <p:cNvSpPr/>
          <p:nvPr/>
        </p:nvSpPr>
        <p:spPr>
          <a:xfrm>
            <a:off x="2221992" y="2057400"/>
            <a:ext cx="0" cy="457200"/>
          </a:xfrm>
          <a:prstGeom prst="line">
            <a:avLst/>
          </a:prstGeom>
          <a:noFill/>
          <a:ln w="6350">
            <a:solidFill>
              <a:srgbClr val="AFC8C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783080"/>
            <a:ext cx="4572000" cy="457200"/>
          </a:xfrm>
          <a:prstGeom prst="rect">
            <a:avLst/>
          </a:prstGeom>
          <a:solidFill>
            <a:srgbClr val="0F4660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Begins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8562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8:30 PM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2487168"/>
            <a:ext cx="146304" cy="146304"/>
          </a:xfrm>
          <a:prstGeom prst="ellipse">
            <a:avLst/>
          </a:prstGeom>
          <a:solidFill>
            <a:srgbClr val="165577"/>
          </a:solidFill>
          <a:ln/>
        </p:spPr>
      </p:sp>
      <p:sp>
        <p:nvSpPr>
          <p:cNvPr id="15" name="Shape 13"/>
          <p:cNvSpPr/>
          <p:nvPr/>
        </p:nvSpPr>
        <p:spPr>
          <a:xfrm>
            <a:off x="2221992" y="2651760"/>
            <a:ext cx="0" cy="457200"/>
          </a:xfrm>
          <a:prstGeom prst="line">
            <a:avLst/>
          </a:prstGeom>
          <a:noFill/>
          <a:ln w="6350">
            <a:solidFill>
              <a:srgbClr val="AFC8C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377440"/>
            <a:ext cx="4572000" cy="457200"/>
          </a:xfrm>
          <a:prstGeom prst="rect">
            <a:avLst/>
          </a:prstGeom>
          <a:solidFill>
            <a:srgbClr val="0F4660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Presentations &amp; Talks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450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 PM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48840" y="3081528"/>
            <a:ext cx="146304" cy="146304"/>
          </a:xfrm>
          <a:prstGeom prst="ellipse">
            <a:avLst/>
          </a:prstGeom>
          <a:solidFill>
            <a:srgbClr val="165577"/>
          </a:solidFill>
          <a:ln/>
        </p:spPr>
      </p:sp>
      <p:sp>
        <p:nvSpPr>
          <p:cNvPr id="20" name="Shape 18"/>
          <p:cNvSpPr/>
          <p:nvPr/>
        </p:nvSpPr>
        <p:spPr>
          <a:xfrm>
            <a:off x="2221992" y="3246120"/>
            <a:ext cx="0" cy="457200"/>
          </a:xfrm>
          <a:prstGeom prst="line">
            <a:avLst/>
          </a:prstGeom>
          <a:noFill/>
          <a:ln w="6350">
            <a:solidFill>
              <a:srgbClr val="AFC8C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971800"/>
            <a:ext cx="4572000" cy="457200"/>
          </a:xfrm>
          <a:prstGeom prst="rect">
            <a:avLst/>
          </a:prstGeom>
          <a:solidFill>
            <a:srgbClr val="0F4660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3044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 PM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48840" y="3675888"/>
            <a:ext cx="146304" cy="146304"/>
          </a:xfrm>
          <a:prstGeom prst="ellipse">
            <a:avLst/>
          </a:prstGeom>
          <a:solidFill>
            <a:srgbClr val="165577"/>
          </a:solidFill>
          <a:ln/>
        </p:spPr>
      </p:sp>
      <p:sp>
        <p:nvSpPr>
          <p:cNvPr id="25" name="Shape 23"/>
          <p:cNvSpPr/>
          <p:nvPr/>
        </p:nvSpPr>
        <p:spPr>
          <a:xfrm>
            <a:off x="2221992" y="3840480"/>
            <a:ext cx="0" cy="457200"/>
          </a:xfrm>
          <a:prstGeom prst="line">
            <a:avLst/>
          </a:prstGeom>
          <a:noFill/>
          <a:ln w="6350">
            <a:solidFill>
              <a:srgbClr val="AFC8C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3566160"/>
            <a:ext cx="4572000" cy="457200"/>
          </a:xfrm>
          <a:prstGeom prst="rect">
            <a:avLst/>
          </a:prstGeom>
          <a:solidFill>
            <a:srgbClr val="0F4660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3611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 — Ahmed Saad Live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6393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PM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48840" y="4270248"/>
            <a:ext cx="146304" cy="146304"/>
          </a:xfrm>
          <a:prstGeom prst="ellipse">
            <a:avLst/>
          </a:prstGeom>
          <a:solidFill>
            <a:srgbClr val="AFC8C2"/>
          </a:solidFill>
          <a:ln/>
        </p:spPr>
      </p:sp>
      <p:sp>
        <p:nvSpPr>
          <p:cNvPr id="30" name="Shape 28"/>
          <p:cNvSpPr/>
          <p:nvPr/>
        </p:nvSpPr>
        <p:spPr>
          <a:xfrm>
            <a:off x="2468880" y="4160520"/>
            <a:ext cx="4572000" cy="457200"/>
          </a:xfrm>
          <a:prstGeom prst="rect">
            <a:avLst/>
          </a:prstGeom>
          <a:solidFill>
            <a:srgbClr val="0F466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65176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4233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74320"/>
            <a:ext cx="5669280" cy="3749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457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01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17920" y="822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 Heritage Meets Modern Luxury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217920" y="1828800"/>
            <a:ext cx="73152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20116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event draws from the timeless grandeur of the Pyramids — reinterpreted through a contemporary luxury lens. Every touchpoint reflects the convergence of ancient Egyptian magnificence and world-class hospitality.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74320"/>
            <a:ext cx="5669280" cy="3749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457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17920" y="822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217920" y="1828800"/>
            <a:ext cx="73152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20116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moment guests arrive, every sense is activated. Curated lighting, bespoke scent design, immersive soundscapes, and a meticulously orchestrated spatial flow transform the venue into a living narrative.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74320"/>
            <a:ext cx="5669280" cy="3749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457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03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17920" y="822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Theatre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217920" y="1828800"/>
            <a:ext cx="73152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20116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launch event — it is a declaration. The Triumph brand manifests in every material, every sightline, and every moment. Guests don't attend; they become part of the story.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234440"/>
            <a:ext cx="91440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463040"/>
            <a:ext cx="2377440" cy="23774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STAR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AHMED SAAD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F1417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PYRAMIDS PANORAMA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Giza, Egypt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 sqm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EVENT AREA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93192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guests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CAPACITY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9224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 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PYRAMID PANORAMA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—  EVENT MASTER PLAN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640080"/>
            <a:ext cx="64008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—  THE FOYER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0292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—  THE FOYER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48640"/>
            <a:ext cx="2773680" cy="20802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85160" y="548640"/>
            <a:ext cx="2773680" cy="20802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548640"/>
            <a:ext cx="2773680" cy="20802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4320" y="2766060"/>
            <a:ext cx="2773680" cy="20802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85160" y="2766060"/>
            <a:ext cx="2773680" cy="2080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—  THE BAR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0292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—  THE BAR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48640"/>
            <a:ext cx="2773680" cy="4297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85160" y="548640"/>
            <a:ext cx="2773680" cy="4297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548640"/>
            <a:ext cx="2773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—  VIP AREA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0292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—  VIP AREA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4864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—  MINI TRIUMPH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0292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—  MAIN VENUE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0292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—  MAIN VENUE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48640"/>
            <a:ext cx="2773680" cy="20802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85160" y="548640"/>
            <a:ext cx="2773680" cy="20802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548640"/>
            <a:ext cx="2773680" cy="208026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4320" y="2766060"/>
            <a:ext cx="2773680" cy="20802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85160" y="2766060"/>
            <a:ext cx="2773680" cy="208026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096000" y="2766060"/>
            <a:ext cx="2773680" cy="20802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—  FIREWORKS &amp; REVEAL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0292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17">
              <a:alpha val="7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TRIUMPH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AFC8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PYRAMIDS LUXURY PLAZA HOTEL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931920" y="2926080"/>
            <a:ext cx="1280160" cy="0"/>
          </a:xfrm>
          <a:prstGeom prst="line">
            <a:avLst/>
          </a:prstGeom>
          <a:noFill/>
          <a:ln w="10160">
            <a:solidFill>
              <a:srgbClr val="AFC8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6th May 2026  |  Pyramids Panorama 4  |  Giza, Egypt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MOHAMED AYOUB GROUP  |  OPERATED BY TRIUMPH LUXURY HOTELS</a:t>
            </a:r>
            <a:endParaRPr lang="en-US" sz="7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STRIKE MEDIA</a:t>
            </a:r>
            <a:endParaRPr lang="en-US" sz="7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BA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Media April © 2026 All rights reserved.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Triumph Pyramids Luxury Plaza Hotel — Launch Event</dc:title>
  <dc:subject>Event Presentation — 6th May 2026</dc:subject>
  <dc:creator>Strike Media</dc:creator>
  <cp:lastModifiedBy>Strike Media</cp:lastModifiedBy>
  <cp:revision>1</cp:revision>
  <dcterms:created xsi:type="dcterms:W3CDTF">2026-04-15T21:17:13Z</dcterms:created>
  <dcterms:modified xsi:type="dcterms:W3CDTF">2026-04-15T21:17:13Z</dcterms:modified>
</cp:coreProperties>
</file>