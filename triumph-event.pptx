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pdf_imgs/VENUE_PANORAMA.jpg">    </p:cNvPr>
          <p:cNvPicPr>
            <a:picLocks noChangeAspect="1"/>
          </p:cNvPicPr>
          <p:nvPr/>
        </p:nvPicPr>
        <p:blipFill>
          <a:blip r:embed="rId1">
            <a:alphaModFix amt="20000"/>
          </a:blip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417">
              <a:alpha val="70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0" y="9144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500" kern="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MOHAMED AYOUB GROUP PRESENTS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0" y="137160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spc="8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TRIUMPH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0" y="21945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600" kern="0" dirty="0">
                <a:solidFill>
                  <a:srgbClr val="AFC8C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PYRAMIDS LUXURY PLAZA HOTEL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114800" y="2834640"/>
            <a:ext cx="914400" cy="0"/>
          </a:xfrm>
          <a:prstGeom prst="line">
            <a:avLst/>
          </a:prstGeom>
          <a:noFill/>
          <a:ln w="12700">
            <a:solidFill>
              <a:srgbClr val="AFC8C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0" y="30175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400" kern="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OFFICIAL LAUNCH EVENT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0" y="34747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6th May 2026  |  7:00 PM  |  Pyramids Panorama 4, Giza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0" y="4206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spc="300" kern="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POWERED BY STRIKE MEDIA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0A101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TRIUMPH LUXURY HOTEL  ×  MOHAMED AYOUB GROUP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0" y="5486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spc="3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EVENT DETAILS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0" y="10515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تفاصيل الحدث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1645920"/>
            <a:ext cx="1965960" cy="1005840"/>
          </a:xfrm>
          <a:prstGeom prst="rect">
            <a:avLst/>
          </a:prstGeom>
          <a:solidFill>
            <a:srgbClr val="1A2228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1645920"/>
            <a:ext cx="36576" cy="1005840"/>
          </a:xfrm>
          <a:prstGeom prst="rect">
            <a:avLst/>
          </a:prstGeom>
          <a:solidFill>
            <a:srgbClr val="AFC8C2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78308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200" kern="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640080" y="20574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6th May 2026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606040" y="1645920"/>
            <a:ext cx="1965960" cy="1005840"/>
          </a:xfrm>
          <a:prstGeom prst="rect">
            <a:avLst/>
          </a:prstGeom>
          <a:solidFill>
            <a:srgbClr val="1A2228"/>
          </a:solidFill>
          <a:ln/>
        </p:spPr>
      </p:sp>
      <p:sp>
        <p:nvSpPr>
          <p:cNvPr id="11" name="Shape 9"/>
          <p:cNvSpPr/>
          <p:nvPr/>
        </p:nvSpPr>
        <p:spPr>
          <a:xfrm>
            <a:off x="2606040" y="1645920"/>
            <a:ext cx="36576" cy="1005840"/>
          </a:xfrm>
          <a:prstGeom prst="rect">
            <a:avLst/>
          </a:prstGeom>
          <a:solidFill>
            <a:srgbClr val="AFC8C2"/>
          </a:solidFill>
          <a:ln/>
        </p:spPr>
      </p:sp>
      <p:sp>
        <p:nvSpPr>
          <p:cNvPr id="12" name="Text 10"/>
          <p:cNvSpPr/>
          <p:nvPr/>
        </p:nvSpPr>
        <p:spPr>
          <a:xfrm>
            <a:off x="2788920" y="178308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200" kern="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2788920" y="20574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7:00 PM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754880" y="1645920"/>
            <a:ext cx="1965960" cy="1005840"/>
          </a:xfrm>
          <a:prstGeom prst="rect">
            <a:avLst/>
          </a:prstGeom>
          <a:solidFill>
            <a:srgbClr val="1A2228"/>
          </a:solidFill>
          <a:ln/>
        </p:spPr>
      </p:sp>
      <p:sp>
        <p:nvSpPr>
          <p:cNvPr id="15" name="Shape 13"/>
          <p:cNvSpPr/>
          <p:nvPr/>
        </p:nvSpPr>
        <p:spPr>
          <a:xfrm>
            <a:off x="4754880" y="1645920"/>
            <a:ext cx="36576" cy="1005840"/>
          </a:xfrm>
          <a:prstGeom prst="rect">
            <a:avLst/>
          </a:prstGeom>
          <a:solidFill>
            <a:srgbClr val="AFC8C2"/>
          </a:solidFill>
          <a:ln/>
        </p:spPr>
      </p:sp>
      <p:sp>
        <p:nvSpPr>
          <p:cNvPr id="16" name="Text 14"/>
          <p:cNvSpPr/>
          <p:nvPr/>
        </p:nvSpPr>
        <p:spPr>
          <a:xfrm>
            <a:off x="4937760" y="178308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200" kern="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VENUE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4937760" y="20574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Pyramids Panorama 4, Giza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903720" y="1645920"/>
            <a:ext cx="1965960" cy="1005840"/>
          </a:xfrm>
          <a:prstGeom prst="rect">
            <a:avLst/>
          </a:prstGeom>
          <a:solidFill>
            <a:srgbClr val="1A2228"/>
          </a:solidFill>
          <a:ln/>
        </p:spPr>
      </p:sp>
      <p:sp>
        <p:nvSpPr>
          <p:cNvPr id="19" name="Shape 17"/>
          <p:cNvSpPr/>
          <p:nvPr/>
        </p:nvSpPr>
        <p:spPr>
          <a:xfrm>
            <a:off x="6903720" y="1645920"/>
            <a:ext cx="36576" cy="1005840"/>
          </a:xfrm>
          <a:prstGeom prst="rect">
            <a:avLst/>
          </a:prstGeom>
          <a:solidFill>
            <a:srgbClr val="AFC8C2"/>
          </a:solidFill>
          <a:ln/>
        </p:spPr>
      </p:sp>
      <p:sp>
        <p:nvSpPr>
          <p:cNvPr id="20" name="Text 18"/>
          <p:cNvSpPr/>
          <p:nvPr/>
        </p:nvSpPr>
        <p:spPr>
          <a:xfrm>
            <a:off x="7086600" y="178308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200" kern="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GUESTS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7086600" y="20574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1,000 VIP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7200" y="2926080"/>
            <a:ext cx="1965960" cy="1005840"/>
          </a:xfrm>
          <a:prstGeom prst="rect">
            <a:avLst/>
          </a:prstGeom>
          <a:solidFill>
            <a:srgbClr val="1A2228"/>
          </a:solidFill>
          <a:ln/>
        </p:spPr>
      </p:sp>
      <p:sp>
        <p:nvSpPr>
          <p:cNvPr id="23" name="Shape 21"/>
          <p:cNvSpPr/>
          <p:nvPr/>
        </p:nvSpPr>
        <p:spPr>
          <a:xfrm>
            <a:off x="457200" y="2926080"/>
            <a:ext cx="36576" cy="1005840"/>
          </a:xfrm>
          <a:prstGeom prst="rect">
            <a:avLst/>
          </a:prstGeom>
          <a:solidFill>
            <a:srgbClr val="AFC8C2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306324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200" kern="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DRESS CODE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640080" y="333756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Black Tie / Luxury Formal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2926080"/>
            <a:ext cx="1965960" cy="1005840"/>
          </a:xfrm>
          <a:prstGeom prst="rect">
            <a:avLst/>
          </a:prstGeom>
          <a:solidFill>
            <a:srgbClr val="1A2228"/>
          </a:solidFill>
          <a:ln/>
        </p:spPr>
      </p:sp>
      <p:sp>
        <p:nvSpPr>
          <p:cNvPr id="27" name="Shape 25"/>
          <p:cNvSpPr/>
          <p:nvPr/>
        </p:nvSpPr>
        <p:spPr>
          <a:xfrm>
            <a:off x="2606040" y="2926080"/>
            <a:ext cx="36576" cy="1005840"/>
          </a:xfrm>
          <a:prstGeom prst="rect">
            <a:avLst/>
          </a:prstGeom>
          <a:solidFill>
            <a:srgbClr val="AFC8C2"/>
          </a:solidFill>
          <a:ln/>
        </p:spPr>
      </p:sp>
      <p:sp>
        <p:nvSpPr>
          <p:cNvPr id="28" name="Text 26"/>
          <p:cNvSpPr/>
          <p:nvPr/>
        </p:nvSpPr>
        <p:spPr>
          <a:xfrm>
            <a:off x="2788920" y="306324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200" kern="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DEVELOPER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788920" y="333756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Mohamed Ayoub Group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754880" y="2926080"/>
            <a:ext cx="1965960" cy="1005840"/>
          </a:xfrm>
          <a:prstGeom prst="rect">
            <a:avLst/>
          </a:prstGeom>
          <a:solidFill>
            <a:srgbClr val="1A2228"/>
          </a:solidFill>
          <a:ln/>
        </p:spPr>
      </p:sp>
      <p:sp>
        <p:nvSpPr>
          <p:cNvPr id="31" name="Shape 29"/>
          <p:cNvSpPr/>
          <p:nvPr/>
        </p:nvSpPr>
        <p:spPr>
          <a:xfrm>
            <a:off x="4754880" y="2926080"/>
            <a:ext cx="36576" cy="1005840"/>
          </a:xfrm>
          <a:prstGeom prst="rect">
            <a:avLst/>
          </a:prstGeom>
          <a:solidFill>
            <a:srgbClr val="AFC8C2"/>
          </a:solidFill>
          <a:ln/>
        </p:spPr>
      </p:sp>
      <p:sp>
        <p:nvSpPr>
          <p:cNvPr id="32" name="Text 30"/>
          <p:cNvSpPr/>
          <p:nvPr/>
        </p:nvSpPr>
        <p:spPr>
          <a:xfrm>
            <a:off x="4937760" y="306324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200" kern="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OPERATOR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4937760" y="333756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Triumph Luxury Hotels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A1015"/>
          </a:solidFill>
          <a:ln/>
        </p:spPr>
      </p:sp>
      <p:sp>
        <p:nvSpPr>
          <p:cNvPr id="35" name="Text 33"/>
          <p:cNvSpPr/>
          <p:nvPr/>
        </p:nvSpPr>
        <p:spPr>
          <a:xfrm>
            <a:off x="5029200" y="484632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STRIKE MEDIA © 2026</a:t>
            </a:r>
            <a:endParaRPr lang="en-US" sz="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0A101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TRIUMPH LUXURY HOTEL  ×  MOHAMED AYOUB GROUP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0" y="5486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spc="3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TENTATIVE AGENDA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0" y="10515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جدول الأمسية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828800" y="1600200"/>
            <a:ext cx="5486400" cy="384048"/>
          </a:xfrm>
          <a:prstGeom prst="rect">
            <a:avLst/>
          </a:prstGeom>
          <a:solidFill>
            <a:srgbClr val="1A2228"/>
          </a:solidFill>
          <a:ln/>
        </p:spPr>
      </p:sp>
      <p:sp>
        <p:nvSpPr>
          <p:cNvPr id="7" name="Shape 5"/>
          <p:cNvSpPr/>
          <p:nvPr/>
        </p:nvSpPr>
        <p:spPr>
          <a:xfrm>
            <a:off x="1600200" y="1719072"/>
            <a:ext cx="146304" cy="146304"/>
          </a:xfrm>
          <a:prstGeom prst="ellipse">
            <a:avLst/>
          </a:prstGeom>
          <a:solidFill>
            <a:srgbClr val="AFC8C2"/>
          </a:solidFill>
          <a:ln/>
        </p:spPr>
      </p:sp>
      <p:sp>
        <p:nvSpPr>
          <p:cNvPr id="8" name="Shape 6"/>
          <p:cNvSpPr/>
          <p:nvPr/>
        </p:nvSpPr>
        <p:spPr>
          <a:xfrm>
            <a:off x="1673352" y="1984248"/>
            <a:ext cx="0" cy="118872"/>
          </a:xfrm>
          <a:prstGeom prst="line">
            <a:avLst/>
          </a:prstGeom>
          <a:noFill/>
          <a:ln w="6350">
            <a:solidFill>
              <a:srgbClr val="8BA8A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011680" y="1618488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Registration Opens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0" y="1618488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بدء التسجيل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583680" y="1655064"/>
            <a:ext cx="640080" cy="274320"/>
          </a:xfrm>
          <a:prstGeom prst="roundRect">
            <a:avLst>
              <a:gd name="adj" fmla="val 16667"/>
            </a:avLst>
          </a:prstGeom>
          <a:solidFill>
            <a:srgbClr val="1A2228"/>
          </a:solidFill>
          <a:ln w="6350">
            <a:solidFill>
              <a:srgbClr val="AFC8C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0" y="1655064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FC8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7:00 PM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828800" y="2103120"/>
            <a:ext cx="5486400" cy="384048"/>
          </a:xfrm>
          <a:prstGeom prst="rect">
            <a:avLst/>
          </a:prstGeom>
          <a:solidFill>
            <a:srgbClr val="1A2228"/>
          </a:solidFill>
          <a:ln/>
        </p:spPr>
      </p:sp>
      <p:sp>
        <p:nvSpPr>
          <p:cNvPr id="14" name="Shape 12"/>
          <p:cNvSpPr/>
          <p:nvPr/>
        </p:nvSpPr>
        <p:spPr>
          <a:xfrm>
            <a:off x="1600200" y="2221992"/>
            <a:ext cx="146304" cy="146304"/>
          </a:xfrm>
          <a:prstGeom prst="ellipse">
            <a:avLst/>
          </a:prstGeom>
          <a:solidFill>
            <a:srgbClr val="0F4660"/>
          </a:solidFill>
          <a:ln/>
        </p:spPr>
      </p:sp>
      <p:sp>
        <p:nvSpPr>
          <p:cNvPr id="15" name="Shape 13"/>
          <p:cNvSpPr/>
          <p:nvPr/>
        </p:nvSpPr>
        <p:spPr>
          <a:xfrm>
            <a:off x="1673352" y="2487168"/>
            <a:ext cx="0" cy="118872"/>
          </a:xfrm>
          <a:prstGeom prst="line">
            <a:avLst/>
          </a:prstGeom>
          <a:noFill/>
          <a:ln w="6350">
            <a:solidFill>
              <a:srgbClr val="8BA8A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011680" y="2121408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Event Begins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29200" y="2121408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بداية الحفل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583680" y="2157984"/>
            <a:ext cx="640080" cy="274320"/>
          </a:xfrm>
          <a:prstGeom prst="roundRect">
            <a:avLst>
              <a:gd name="adj" fmla="val 16667"/>
            </a:avLst>
          </a:prstGeom>
          <a:solidFill>
            <a:srgbClr val="1A2228"/>
          </a:solidFill>
          <a:ln w="6350">
            <a:solidFill>
              <a:srgbClr val="AFC8C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0" y="2157984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FC8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8:30 PM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1828800" y="2606040"/>
            <a:ext cx="5486400" cy="384048"/>
          </a:xfrm>
          <a:prstGeom prst="rect">
            <a:avLst/>
          </a:prstGeom>
          <a:solidFill>
            <a:srgbClr val="1A2228"/>
          </a:solidFill>
          <a:ln/>
        </p:spPr>
      </p:sp>
      <p:sp>
        <p:nvSpPr>
          <p:cNvPr id="21" name="Shape 19"/>
          <p:cNvSpPr/>
          <p:nvPr/>
        </p:nvSpPr>
        <p:spPr>
          <a:xfrm>
            <a:off x="1600200" y="2724912"/>
            <a:ext cx="146304" cy="146304"/>
          </a:xfrm>
          <a:prstGeom prst="ellipse">
            <a:avLst/>
          </a:prstGeom>
          <a:solidFill>
            <a:srgbClr val="0F4660"/>
          </a:solidFill>
          <a:ln/>
        </p:spPr>
      </p:sp>
      <p:sp>
        <p:nvSpPr>
          <p:cNvPr id="22" name="Shape 20"/>
          <p:cNvSpPr/>
          <p:nvPr/>
        </p:nvSpPr>
        <p:spPr>
          <a:xfrm>
            <a:off x="1673352" y="2990088"/>
            <a:ext cx="0" cy="118872"/>
          </a:xfrm>
          <a:prstGeom prst="line">
            <a:avLst/>
          </a:prstGeom>
          <a:noFill/>
          <a:ln w="6350">
            <a:solidFill>
              <a:srgbClr val="8BA8A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011680" y="2624328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Presentations &amp; Talks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29200" y="2624328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العروض التقديمية والكلمات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583680" y="2660904"/>
            <a:ext cx="640080" cy="274320"/>
          </a:xfrm>
          <a:prstGeom prst="roundRect">
            <a:avLst>
              <a:gd name="adj" fmla="val 16667"/>
            </a:avLst>
          </a:prstGeom>
          <a:solidFill>
            <a:srgbClr val="1A2228"/>
          </a:solidFill>
          <a:ln w="6350">
            <a:solidFill>
              <a:srgbClr val="AFC8C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83680" y="2660904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FC8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9:30 PM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1828800" y="3108960"/>
            <a:ext cx="5486400" cy="384048"/>
          </a:xfrm>
          <a:prstGeom prst="rect">
            <a:avLst/>
          </a:prstGeom>
          <a:solidFill>
            <a:srgbClr val="1A2228"/>
          </a:solidFill>
          <a:ln/>
        </p:spPr>
      </p:sp>
      <p:sp>
        <p:nvSpPr>
          <p:cNvPr id="28" name="Shape 26"/>
          <p:cNvSpPr/>
          <p:nvPr/>
        </p:nvSpPr>
        <p:spPr>
          <a:xfrm>
            <a:off x="1600200" y="3227832"/>
            <a:ext cx="146304" cy="146304"/>
          </a:xfrm>
          <a:prstGeom prst="ellipse">
            <a:avLst/>
          </a:prstGeom>
          <a:solidFill>
            <a:srgbClr val="0F4660"/>
          </a:solidFill>
          <a:ln/>
        </p:spPr>
      </p:sp>
      <p:sp>
        <p:nvSpPr>
          <p:cNvPr id="29" name="Shape 27"/>
          <p:cNvSpPr/>
          <p:nvPr/>
        </p:nvSpPr>
        <p:spPr>
          <a:xfrm>
            <a:off x="1673352" y="3493008"/>
            <a:ext cx="0" cy="118872"/>
          </a:xfrm>
          <a:prstGeom prst="line">
            <a:avLst/>
          </a:prstGeom>
          <a:noFill/>
          <a:ln w="6350">
            <a:solidFill>
              <a:srgbClr val="8BA8A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11680" y="3127248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Dinner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029200" y="3127248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العشاء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583680" y="3163824"/>
            <a:ext cx="640080" cy="274320"/>
          </a:xfrm>
          <a:prstGeom prst="roundRect">
            <a:avLst>
              <a:gd name="adj" fmla="val 16667"/>
            </a:avLst>
          </a:prstGeom>
          <a:solidFill>
            <a:srgbClr val="1A2228"/>
          </a:solidFill>
          <a:ln w="6350">
            <a:solidFill>
              <a:srgbClr val="AFC8C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83680" y="3163824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FC8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9:30 PM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1828800" y="3611880"/>
            <a:ext cx="5486400" cy="384048"/>
          </a:xfrm>
          <a:prstGeom prst="rect">
            <a:avLst/>
          </a:prstGeom>
          <a:solidFill>
            <a:srgbClr val="1A2228"/>
          </a:solidFill>
          <a:ln/>
        </p:spPr>
      </p:sp>
      <p:sp>
        <p:nvSpPr>
          <p:cNvPr id="35" name="Shape 33"/>
          <p:cNvSpPr/>
          <p:nvPr/>
        </p:nvSpPr>
        <p:spPr>
          <a:xfrm>
            <a:off x="1600200" y="3730752"/>
            <a:ext cx="146304" cy="146304"/>
          </a:xfrm>
          <a:prstGeom prst="ellipse">
            <a:avLst/>
          </a:prstGeom>
          <a:solidFill>
            <a:srgbClr val="0F4660"/>
          </a:solidFill>
          <a:ln/>
        </p:spPr>
      </p:sp>
      <p:sp>
        <p:nvSpPr>
          <p:cNvPr id="36" name="Shape 34"/>
          <p:cNvSpPr/>
          <p:nvPr/>
        </p:nvSpPr>
        <p:spPr>
          <a:xfrm>
            <a:off x="1673352" y="3995928"/>
            <a:ext cx="0" cy="118872"/>
          </a:xfrm>
          <a:prstGeom prst="line">
            <a:avLst/>
          </a:prstGeom>
          <a:noFill/>
          <a:ln w="6350">
            <a:solidFill>
              <a:srgbClr val="8BA8A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11680" y="3630168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Entertainment — Ahmed Saad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029200" y="3630168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أحمد سعد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583680" y="3666744"/>
            <a:ext cx="640080" cy="274320"/>
          </a:xfrm>
          <a:prstGeom prst="roundRect">
            <a:avLst>
              <a:gd name="adj" fmla="val 16667"/>
            </a:avLst>
          </a:prstGeom>
          <a:solidFill>
            <a:srgbClr val="1A2228"/>
          </a:solidFill>
          <a:ln w="6350">
            <a:solidFill>
              <a:srgbClr val="AFC8C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583680" y="3666744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FC8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10:30 PM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828800" y="4114800"/>
            <a:ext cx="5486400" cy="384048"/>
          </a:xfrm>
          <a:prstGeom prst="rect">
            <a:avLst/>
          </a:prstGeom>
          <a:solidFill>
            <a:srgbClr val="1A2228"/>
          </a:solidFill>
          <a:ln/>
        </p:spPr>
      </p:sp>
      <p:sp>
        <p:nvSpPr>
          <p:cNvPr id="42" name="Shape 40"/>
          <p:cNvSpPr/>
          <p:nvPr/>
        </p:nvSpPr>
        <p:spPr>
          <a:xfrm>
            <a:off x="1600200" y="4233672"/>
            <a:ext cx="146304" cy="146304"/>
          </a:xfrm>
          <a:prstGeom prst="ellipse">
            <a:avLst/>
          </a:prstGeom>
          <a:solidFill>
            <a:srgbClr val="AFC8C2"/>
          </a:solidFill>
          <a:ln/>
        </p:spPr>
      </p:sp>
      <p:sp>
        <p:nvSpPr>
          <p:cNvPr id="43" name="Text 41"/>
          <p:cNvSpPr/>
          <p:nvPr/>
        </p:nvSpPr>
        <p:spPr>
          <a:xfrm>
            <a:off x="2011680" y="4133088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Closing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5029200" y="4133088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الختام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6583680" y="4169664"/>
            <a:ext cx="640080" cy="274320"/>
          </a:xfrm>
          <a:prstGeom prst="roundRect">
            <a:avLst>
              <a:gd name="adj" fmla="val 16667"/>
            </a:avLst>
          </a:prstGeom>
          <a:solidFill>
            <a:srgbClr val="1A2228"/>
          </a:solidFill>
          <a:ln w="6350">
            <a:solidFill>
              <a:srgbClr val="AFC8C2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583680" y="4169664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FC8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12:00 AM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A1015"/>
          </a:solidFill>
          <a:ln/>
        </p:spPr>
      </p:sp>
      <p:sp>
        <p:nvSpPr>
          <p:cNvPr id="48" name="Text 46"/>
          <p:cNvSpPr/>
          <p:nvPr/>
        </p:nvSpPr>
        <p:spPr>
          <a:xfrm>
            <a:off x="5029200" y="484632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STRIKE MEDIA © 2026</a:t>
            </a:r>
            <a:endParaRPr lang="en-US" sz="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pdf_imgs/CONCEPT_HERITAG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274320"/>
            <a:ext cx="5486400" cy="3474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0" y="274320"/>
            <a:ext cx="3017520" cy="3474720"/>
          </a:xfrm>
          <a:prstGeom prst="rect">
            <a:avLst/>
          </a:prstGeom>
          <a:solidFill>
            <a:srgbClr val="1A2228"/>
          </a:solidFill>
          <a:ln/>
        </p:spPr>
      </p:sp>
      <p:sp>
        <p:nvSpPr>
          <p:cNvPr id="4" name="Shape 1"/>
          <p:cNvSpPr/>
          <p:nvPr/>
        </p:nvSpPr>
        <p:spPr>
          <a:xfrm>
            <a:off x="5943600" y="274320"/>
            <a:ext cx="36576" cy="3474720"/>
          </a:xfrm>
          <a:prstGeom prst="rect">
            <a:avLst/>
          </a:prstGeom>
          <a:solidFill>
            <a:srgbClr val="AFC8C2"/>
          </a:solidFill>
          <a:ln/>
        </p:spPr>
      </p:sp>
      <p:sp>
        <p:nvSpPr>
          <p:cNvPr id="5" name="Text 2"/>
          <p:cNvSpPr/>
          <p:nvPr/>
        </p:nvSpPr>
        <p:spPr>
          <a:xfrm>
            <a:off x="6217920" y="5486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AFC8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01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6217920" y="91440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Royal Heritage Meets Modern Luxury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6217920" y="164592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التراث الملكي يلتقي بالفخامة الحديثة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217920" y="2103120"/>
            <a:ext cx="731520" cy="0"/>
          </a:xfrm>
          <a:prstGeom prst="line">
            <a:avLst/>
          </a:prstGeom>
          <a:noFill/>
          <a:ln w="6350">
            <a:solidFill>
              <a:srgbClr val="AFC8C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217920" y="2286000"/>
            <a:ext cx="2560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event draws from the timeless grandeur of the Pyramids — reinterpreted through a contemporary luxury lens.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A1015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4846320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CREATIVE DIRECTION</a:t>
            </a:r>
            <a:endParaRPr lang="en-US" sz="600" dirty="0"/>
          </a:p>
        </p:txBody>
      </p:sp>
      <p:sp>
        <p:nvSpPr>
          <p:cNvPr id="12" name="Text 9"/>
          <p:cNvSpPr/>
          <p:nvPr/>
        </p:nvSpPr>
        <p:spPr>
          <a:xfrm>
            <a:off x="5029200" y="484632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STRIKE MEDIA © 2026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pdf_imgs/CONCEPT_SENSOR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274320"/>
            <a:ext cx="5486400" cy="3474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0" y="274320"/>
            <a:ext cx="3017520" cy="3474720"/>
          </a:xfrm>
          <a:prstGeom prst="rect">
            <a:avLst/>
          </a:prstGeom>
          <a:solidFill>
            <a:srgbClr val="1A2228"/>
          </a:solidFill>
          <a:ln/>
        </p:spPr>
      </p:sp>
      <p:sp>
        <p:nvSpPr>
          <p:cNvPr id="4" name="Shape 1"/>
          <p:cNvSpPr/>
          <p:nvPr/>
        </p:nvSpPr>
        <p:spPr>
          <a:xfrm>
            <a:off x="5943600" y="274320"/>
            <a:ext cx="36576" cy="3474720"/>
          </a:xfrm>
          <a:prstGeom prst="rect">
            <a:avLst/>
          </a:prstGeom>
          <a:solidFill>
            <a:srgbClr val="AFC8C2"/>
          </a:solidFill>
          <a:ln/>
        </p:spPr>
      </p:sp>
      <p:sp>
        <p:nvSpPr>
          <p:cNvPr id="5" name="Text 2"/>
          <p:cNvSpPr/>
          <p:nvPr/>
        </p:nvSpPr>
        <p:spPr>
          <a:xfrm>
            <a:off x="6217920" y="5486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AFC8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02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6217920" y="91440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Sensory Architecture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6217920" y="164592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هندسة الحواس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217920" y="2103120"/>
            <a:ext cx="731520" cy="0"/>
          </a:xfrm>
          <a:prstGeom prst="line">
            <a:avLst/>
          </a:prstGeom>
          <a:noFill/>
          <a:ln w="6350">
            <a:solidFill>
              <a:srgbClr val="AFC8C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217920" y="2286000"/>
            <a:ext cx="2560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the moment guests arrive, every sense is activated. Curated lighting, bespoke scent design, immersive soundscapes.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A1015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4846320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CREATIVE DIRECTION</a:t>
            </a:r>
            <a:endParaRPr lang="en-US" sz="600" dirty="0"/>
          </a:p>
        </p:txBody>
      </p:sp>
      <p:sp>
        <p:nvSpPr>
          <p:cNvPr id="12" name="Text 9"/>
          <p:cNvSpPr/>
          <p:nvPr/>
        </p:nvSpPr>
        <p:spPr>
          <a:xfrm>
            <a:off x="5029200" y="484632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STRIKE MEDIA © 2026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pdf_imgs/CONCEPT_THEATR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274320"/>
            <a:ext cx="5486400" cy="3474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0" y="274320"/>
            <a:ext cx="3017520" cy="3474720"/>
          </a:xfrm>
          <a:prstGeom prst="rect">
            <a:avLst/>
          </a:prstGeom>
          <a:solidFill>
            <a:srgbClr val="1A2228"/>
          </a:solidFill>
          <a:ln/>
        </p:spPr>
      </p:sp>
      <p:sp>
        <p:nvSpPr>
          <p:cNvPr id="4" name="Shape 1"/>
          <p:cNvSpPr/>
          <p:nvPr/>
        </p:nvSpPr>
        <p:spPr>
          <a:xfrm>
            <a:off x="5943600" y="274320"/>
            <a:ext cx="36576" cy="3474720"/>
          </a:xfrm>
          <a:prstGeom prst="rect">
            <a:avLst/>
          </a:prstGeom>
          <a:solidFill>
            <a:srgbClr val="AFC8C2"/>
          </a:solidFill>
          <a:ln/>
        </p:spPr>
      </p:sp>
      <p:sp>
        <p:nvSpPr>
          <p:cNvPr id="5" name="Text 2"/>
          <p:cNvSpPr/>
          <p:nvPr/>
        </p:nvSpPr>
        <p:spPr>
          <a:xfrm>
            <a:off x="6217920" y="5486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AFC8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03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6217920" y="91440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Brand Theatre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6217920" y="164592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مسرح الإطلاق التاريخي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217920" y="2103120"/>
            <a:ext cx="731520" cy="0"/>
          </a:xfrm>
          <a:prstGeom prst="line">
            <a:avLst/>
          </a:prstGeom>
          <a:noFill/>
          <a:ln w="6350">
            <a:solidFill>
              <a:srgbClr val="AFC8C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217920" y="2286000"/>
            <a:ext cx="2560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not a launch event — it is a declaration. The Triumph brand manifests in every material, every sightline, and every moment.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A1015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4846320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CREATIVE DIRECTION</a:t>
            </a:r>
            <a:endParaRPr lang="en-US" sz="600" dirty="0"/>
          </a:p>
        </p:txBody>
      </p:sp>
      <p:sp>
        <p:nvSpPr>
          <p:cNvPr id="12" name="Text 9"/>
          <p:cNvSpPr/>
          <p:nvPr/>
        </p:nvSpPr>
        <p:spPr>
          <a:xfrm>
            <a:off x="5029200" y="484632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STRIKE MEDIA © 2026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0A101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300" kern="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ENTERTAINMENT</a:t>
            </a:r>
            <a:endParaRPr lang="en-US" sz="700" dirty="0"/>
          </a:p>
        </p:txBody>
      </p:sp>
      <p:pic>
        <p:nvPicPr>
          <p:cNvPr id="4" name="Image 0" descr="/tmp/pdf_imgs/AHMED_SAA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29000" y="640080"/>
            <a:ext cx="2286000" cy="2286000"/>
          </a:xfrm>
          <a:prstGeom prst="ellipse">
            <a:avLst/>
          </a:prstGeom>
        </p:spPr>
      </p:pic>
      <p:sp>
        <p:nvSpPr>
          <p:cNvPr id="5" name="Text 2"/>
          <p:cNvSpPr/>
          <p:nvPr/>
        </p:nvSpPr>
        <p:spPr>
          <a:xfrm>
            <a:off x="0" y="3063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500" kern="0" dirty="0">
                <a:solidFill>
                  <a:srgbClr val="AFC8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MEGA STAR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0" y="33375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spc="4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AHMED SAAD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0" y="39319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أحمد سعد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A1015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0" y="484632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STRIKE MEDIA © 2026</a:t>
            </a:r>
            <a:endParaRPr lang="en-US" sz="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pdf_imgs/VENUE_PANORAM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274320"/>
            <a:ext cx="8595360" cy="4206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4617720"/>
            <a:ext cx="9144000" cy="525780"/>
          </a:xfrm>
          <a:prstGeom prst="rect">
            <a:avLst/>
          </a:prstGeom>
          <a:solidFill>
            <a:srgbClr val="0A1015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6634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PYRAMIDS PANORAMA 4  —  GIZA, EGYPT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029200" y="46634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بانوراما الأهرامات ٤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0" y="489204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STRIKE MEDIA © 2026</a:t>
            </a:r>
            <a:endParaRPr lang="en-US" sz="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0A101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TRIUMPH LUXURY HOTEL  ×  MOHAMED AYOUB GROUP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5029200" y="9144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POWERED BY STRIKE MEDIA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0" y="109728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1A22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spc="3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EVENT MASTER PLAN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المخطط العام للحدث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114800" y="3017520"/>
            <a:ext cx="914400" cy="0"/>
          </a:xfrm>
          <a:prstGeom prst="line">
            <a:avLst/>
          </a:prstGeom>
          <a:noFill/>
          <a:ln w="12700">
            <a:solidFill>
              <a:srgbClr val="AFC8C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71600" y="32918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Top-view layout of all event zones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A1015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TRIUMPH PYRAMIDS LUXURY PLAZA HOTEL — 6TH MAY 2026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5029200" y="484632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STRIKE MEDIA © 2026</a:t>
            </a:r>
            <a:endParaRPr lang="en-US" sz="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pdf_imgs/MASTERPLAN_SRC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274320"/>
            <a:ext cx="8595360" cy="4206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4617720"/>
            <a:ext cx="9144000" cy="525780"/>
          </a:xfrm>
          <a:prstGeom prst="rect">
            <a:avLst/>
          </a:prstGeom>
          <a:solidFill>
            <a:srgbClr val="0A1015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6634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MASTER PLAN — TOP VIEW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029200" y="46634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المخطط العام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0" y="489204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STRIKE MEDIA © 2026</a:t>
            </a:r>
            <a:endParaRPr lang="en-US" sz="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0A101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TRIUMPH LUXURY HOTEL  ×  MOHAMED AYOUB GROUP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5029200" y="9144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POWERED BY STRIKE MEDIA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0" y="109728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1A22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spc="3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FOYER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الردهة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114800" y="3017520"/>
            <a:ext cx="914400" cy="0"/>
          </a:xfrm>
          <a:prstGeom prst="line">
            <a:avLst/>
          </a:prstGeom>
          <a:noFill/>
          <a:ln w="12700">
            <a:solidFill>
              <a:srgbClr val="AFC8C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71600" y="32918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gateway to the experience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A1015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TRIUMPH PYRAMIDS LUXURY PLAZA HOTEL — 6TH MAY 2026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5029200" y="484632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STRIKE MEDIA © 2026</a:t>
            </a:r>
            <a:endParaRPr lang="en-US" sz="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pdf_imgs/FOYER_GAT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274320"/>
            <a:ext cx="8595360" cy="4206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4617720"/>
            <a:ext cx="9144000" cy="525780"/>
          </a:xfrm>
          <a:prstGeom prst="rect">
            <a:avLst/>
          </a:prstGeom>
          <a:solidFill>
            <a:srgbClr val="0A1015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6634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FOYER — GATE ENTRANCE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029200" y="46634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بوابة الدخول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0" y="489204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STRIKE MEDIA © 2026</a:t>
            </a:r>
            <a:endParaRPr lang="en-US" sz="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pdf_imgs/FOYER_ENTRANCE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274320"/>
            <a:ext cx="8595360" cy="4206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4617720"/>
            <a:ext cx="9144000" cy="525780"/>
          </a:xfrm>
          <a:prstGeom prst="rect">
            <a:avLst/>
          </a:prstGeom>
          <a:solidFill>
            <a:srgbClr val="0A1015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6634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FOYER — ENTRANCE VIEW 1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029200" y="46634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مدخل ١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0" y="489204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STRIKE MEDIA © 2026</a:t>
            </a:r>
            <a:endParaRPr lang="en-US" sz="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pdf_imgs/FOYER_ENTRANCE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274320"/>
            <a:ext cx="8595360" cy="4206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4617720"/>
            <a:ext cx="9144000" cy="525780"/>
          </a:xfrm>
          <a:prstGeom prst="rect">
            <a:avLst/>
          </a:prstGeom>
          <a:solidFill>
            <a:srgbClr val="0A1015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6634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FOYER — ENTRANCE VIEW 2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029200" y="46634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مدخل ٢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0" y="489204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STRIKE MEDIA © 2026</a:t>
            </a:r>
            <a:endParaRPr lang="en-US" sz="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pdf_imgs/FOYER_COUNTER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274320"/>
            <a:ext cx="8595360" cy="4206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4617720"/>
            <a:ext cx="9144000" cy="525780"/>
          </a:xfrm>
          <a:prstGeom prst="rect">
            <a:avLst/>
          </a:prstGeom>
          <a:solidFill>
            <a:srgbClr val="0A1015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6634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FOYER — COUNTER AREA 1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029200" y="46634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منطقة الاستقبال ١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0" y="489204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STRIKE MEDIA © 2026</a:t>
            </a:r>
            <a:endParaRPr lang="en-US" sz="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pdf_imgs/FOYER_COUNTER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274320"/>
            <a:ext cx="8595360" cy="4206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4617720"/>
            <a:ext cx="9144000" cy="525780"/>
          </a:xfrm>
          <a:prstGeom prst="rect">
            <a:avLst/>
          </a:prstGeom>
          <a:solidFill>
            <a:srgbClr val="0A1015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6634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FOYER — COUNTER AREA 2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029200" y="46634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منطقة الاستقبال ٢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0" y="489204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STRIKE MEDIA © 2026</a:t>
            </a:r>
            <a:endParaRPr lang="en-US" sz="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pdf_imgs/FOYER_REGISTRATIO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274320"/>
            <a:ext cx="8595360" cy="4206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4617720"/>
            <a:ext cx="9144000" cy="525780"/>
          </a:xfrm>
          <a:prstGeom prst="rect">
            <a:avLst/>
          </a:prstGeom>
          <a:solidFill>
            <a:srgbClr val="0A1015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6634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FOYER — REGISTRATION DESK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029200" y="46634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مكتب التسجيل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0" y="489204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STRIKE MEDIA © 2026</a:t>
            </a:r>
            <a:endParaRPr lang="en-US" sz="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0A101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TRIUMPH LUXURY HOTEL  ×  MOHAMED AYOUB GROUP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5029200" y="9144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POWERED BY STRIKE MEDIA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0" y="109728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1A22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spc="3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BAR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البار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114800" y="3017520"/>
            <a:ext cx="914400" cy="0"/>
          </a:xfrm>
          <a:prstGeom prst="line">
            <a:avLst/>
          </a:prstGeom>
          <a:noFill/>
          <a:ln w="12700">
            <a:solidFill>
              <a:srgbClr val="AFC8C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71600" y="32918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intimate sanctuary within the spectacle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A1015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TRIUMPH PYRAMIDS LUXURY PLAZA HOTEL — 6TH MAY 2026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5029200" y="484632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STRIKE MEDIA © 2026</a:t>
            </a:r>
            <a:endParaRPr lang="en-US" sz="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pdf_imgs/BAR_BAR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274320"/>
            <a:ext cx="8595360" cy="4206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4617720"/>
            <a:ext cx="9144000" cy="525780"/>
          </a:xfrm>
          <a:prstGeom prst="rect">
            <a:avLst/>
          </a:prstGeom>
          <a:solidFill>
            <a:srgbClr val="0A1015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6634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BAR — VIEW 1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029200" y="46634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البار — منظر 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0" y="489204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STRIKE MEDIA © 2026</a:t>
            </a:r>
            <a:endParaRPr lang="en-US" sz="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pdf_imgs/BAR_BAR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274320"/>
            <a:ext cx="8595360" cy="4206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4617720"/>
            <a:ext cx="9144000" cy="525780"/>
          </a:xfrm>
          <a:prstGeom prst="rect">
            <a:avLst/>
          </a:prstGeom>
          <a:solidFill>
            <a:srgbClr val="0A1015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6634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BAR — VIEW 2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029200" y="46634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البار — منظر 2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0" y="489204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STRIKE MEDIA © 2026</a:t>
            </a:r>
            <a:endParaRPr lang="en-US" sz="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pdf_imgs/BAR_BAR3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274320"/>
            <a:ext cx="8595360" cy="4206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4617720"/>
            <a:ext cx="9144000" cy="525780"/>
          </a:xfrm>
          <a:prstGeom prst="rect">
            <a:avLst/>
          </a:prstGeom>
          <a:solidFill>
            <a:srgbClr val="0A1015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6634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BAR — VIEW 3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029200" y="46634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البار — منظر 3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0" y="489204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STRIKE MEDIA © 2026</a:t>
            </a:r>
            <a:endParaRPr lang="en-US" sz="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pdf_imgs/BAR_BAR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274320"/>
            <a:ext cx="8595360" cy="4206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4617720"/>
            <a:ext cx="9144000" cy="525780"/>
          </a:xfrm>
          <a:prstGeom prst="rect">
            <a:avLst/>
          </a:prstGeom>
          <a:solidFill>
            <a:srgbClr val="0A1015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6634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BAR — VIEW 4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029200" y="46634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البار — منظر 4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0" y="489204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STRIKE MEDIA © 2026</a:t>
            </a:r>
            <a:endParaRPr lang="en-US" sz="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0A101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TRIUMPH LUXURY HOTEL  ×  MOHAMED AYOUB GROUP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5029200" y="9144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POWERED BY STRIKE MEDIA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0" y="109728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1A22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spc="3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VIP AREA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منطقة كبار الضيوف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114800" y="3017520"/>
            <a:ext cx="914400" cy="0"/>
          </a:xfrm>
          <a:prstGeom prst="line">
            <a:avLst/>
          </a:prstGeom>
          <a:noFill/>
          <a:ln w="12700">
            <a:solidFill>
              <a:srgbClr val="AFC8C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71600" y="32918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Reserved for the inner circle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A1015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TRIUMPH PYRAMIDS LUXURY PLAZA HOTEL — 6TH MAY 2026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5029200" y="484632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STRIKE MEDIA © 2026</a:t>
            </a:r>
            <a:endParaRPr lang="en-US" sz="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pdf_imgs/VIP_ROOM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274320"/>
            <a:ext cx="8595360" cy="4206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4617720"/>
            <a:ext cx="9144000" cy="525780"/>
          </a:xfrm>
          <a:prstGeom prst="rect">
            <a:avLst/>
          </a:prstGeom>
          <a:solidFill>
            <a:srgbClr val="0A1015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6634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VIP ROOM — VIEW 1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029200" y="46634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غرفة كبار الضيوف ١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0" y="489204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STRIKE MEDIA © 2026</a:t>
            </a:r>
            <a:endParaRPr lang="en-US" sz="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pdf_imgs/VIP_ROOM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274320"/>
            <a:ext cx="8595360" cy="4206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4617720"/>
            <a:ext cx="9144000" cy="525780"/>
          </a:xfrm>
          <a:prstGeom prst="rect">
            <a:avLst/>
          </a:prstGeom>
          <a:solidFill>
            <a:srgbClr val="0A1015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6634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VIP ROOM — VIEW 2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029200" y="46634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غرفة كبار الضيوف ٢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0" y="489204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STRIKE MEDIA © 2026</a:t>
            </a:r>
            <a:endParaRPr lang="en-US" sz="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0A101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TRIUMPH LUXURY HOTEL  ×  MOHAMED AYOUB GROUP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5029200" y="9144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POWERED BY STRIKE MEDIA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0" y="109728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1A22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spc="3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MINI TRIUMPH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تجربة ترايمف المصغّرة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114800" y="3017520"/>
            <a:ext cx="914400" cy="0"/>
          </a:xfrm>
          <a:prstGeom prst="line">
            <a:avLst/>
          </a:prstGeom>
          <a:noFill/>
          <a:ln w="12700">
            <a:solidFill>
              <a:srgbClr val="AFC8C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71600" y="32918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tangible preview of the Triumph vision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A1015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TRIUMPH PYRAMIDS LUXURY PLAZA HOTEL — 6TH MAY 2026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5029200" y="484632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STRIKE MEDIA © 2026</a:t>
            </a:r>
            <a:endParaRPr lang="en-US" sz="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pdf_imgs/MINI_CORRIDO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274320"/>
            <a:ext cx="8595360" cy="4206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4617720"/>
            <a:ext cx="9144000" cy="525780"/>
          </a:xfrm>
          <a:prstGeom prst="rect">
            <a:avLst/>
          </a:prstGeom>
          <a:solidFill>
            <a:srgbClr val="0A1015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6634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HOTEL CORRIDOR EXPERIENCE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029200" y="46634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ممر الفندق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0" y="489204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STRIKE MEDIA © 2026</a:t>
            </a:r>
            <a:endParaRPr lang="en-US" sz="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0A101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TRIUMPH LUXURY HOTEL  ×  MOHAMED AYOUB GROUP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5029200" y="9144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POWERED BY STRIKE MEDIA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0" y="109728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1A22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spc="3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MAIN VENUE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موقع الحفل الرئيسي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114800" y="3017520"/>
            <a:ext cx="914400" cy="0"/>
          </a:xfrm>
          <a:prstGeom prst="line">
            <a:avLst/>
          </a:prstGeom>
          <a:noFill/>
          <a:ln w="12700">
            <a:solidFill>
              <a:srgbClr val="AFC8C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71600" y="32918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heart of the evening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A1015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TRIUMPH PYRAMIDS LUXURY PLAZA HOTEL — 6TH MAY 2026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5029200" y="484632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STRIKE MEDIA © 2026</a:t>
            </a:r>
            <a:endParaRPr lang="en-US" sz="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pdf_imgs/VENUE_STAGE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274320"/>
            <a:ext cx="8595360" cy="4206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4617720"/>
            <a:ext cx="9144000" cy="525780"/>
          </a:xfrm>
          <a:prstGeom prst="rect">
            <a:avLst/>
          </a:prstGeom>
          <a:solidFill>
            <a:srgbClr val="0A1015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6634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MAIN VENUE — STAGE VIEW 1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029200" y="46634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المسرح ١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0" y="489204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STRIKE MEDIA © 2026</a:t>
            </a:r>
            <a:endParaRPr lang="en-US" sz="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F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pdf_imgs/VENUE_STAGE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274320"/>
            <a:ext cx="8595360" cy="4206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4617720"/>
            <a:ext cx="9144000" cy="525780"/>
          </a:xfrm>
          <a:prstGeom prst="rect">
            <a:avLst/>
          </a:prstGeom>
          <a:solidFill>
            <a:srgbClr val="0A1015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6634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MAIN VENUE — STAGE VIEW 2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029200" y="46634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المسرح ٢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0" y="489204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STRIKE MEDIA © 2026</a:t>
            </a:r>
            <a:endParaRPr lang="en-US" sz="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F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pdf_imgs/VENUE_STAGE3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274320"/>
            <a:ext cx="8595360" cy="4206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4617720"/>
            <a:ext cx="9144000" cy="525780"/>
          </a:xfrm>
          <a:prstGeom prst="rect">
            <a:avLst/>
          </a:prstGeom>
          <a:solidFill>
            <a:srgbClr val="0A1015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6634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MAIN VENUE — STAGE VIEW 3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029200" y="46634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المسرح ٣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0" y="489204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STRIKE MEDIA © 2026</a:t>
            </a:r>
            <a:endParaRPr lang="en-US" sz="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F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pdf_imgs/VENUE_STAGE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274320"/>
            <a:ext cx="8595360" cy="4206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4617720"/>
            <a:ext cx="9144000" cy="525780"/>
          </a:xfrm>
          <a:prstGeom prst="rect">
            <a:avLst/>
          </a:prstGeom>
          <a:solidFill>
            <a:srgbClr val="0A1015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6634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MAIN VENUE — STAGE VIEW 4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029200" y="46634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المسرح ٤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0" y="489204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STRIKE MEDIA © 2026</a:t>
            </a:r>
            <a:endParaRPr lang="en-US" sz="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F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pdf_imgs/VENUE_SEATING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274320"/>
            <a:ext cx="8595360" cy="4206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4617720"/>
            <a:ext cx="9144000" cy="525780"/>
          </a:xfrm>
          <a:prstGeom prst="rect">
            <a:avLst/>
          </a:prstGeom>
          <a:solidFill>
            <a:srgbClr val="0A1015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6634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MAIN VENUE — SEATING AREA 1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029200" y="46634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منطقة الجلوس ١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0" y="489204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STRIKE MEDIA © 2026</a:t>
            </a:r>
            <a:endParaRPr lang="en-US" sz="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F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pdf_imgs/VENUE_SEATING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274320"/>
            <a:ext cx="8595360" cy="4206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4617720"/>
            <a:ext cx="9144000" cy="525780"/>
          </a:xfrm>
          <a:prstGeom prst="rect">
            <a:avLst/>
          </a:prstGeom>
          <a:solidFill>
            <a:srgbClr val="0A1015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6634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MAIN VENUE — SEATING AREA 2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029200" y="46634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منطقة الجلوس ٢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0" y="489204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STRIKE MEDIA © 2026</a:t>
            </a:r>
            <a:endParaRPr lang="en-US" sz="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F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pdf_imgs/VENUE_BACKDROP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274320"/>
            <a:ext cx="8595360" cy="4206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4617720"/>
            <a:ext cx="9144000" cy="525780"/>
          </a:xfrm>
          <a:prstGeom prst="rect">
            <a:avLst/>
          </a:prstGeom>
          <a:solidFill>
            <a:srgbClr val="0A1015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6634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MAIN VENUE — SIDE BACKDROP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029200" y="46634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الخلفية الجانبية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0" y="489204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STRIKE MEDIA © 2026</a:t>
            </a:r>
            <a:endParaRPr lang="en-US" sz="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F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0A101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TRIUMPH LUXURY HOTEL  ×  MOHAMED AYOUB GROUP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5029200" y="9144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POWERED BY STRIKE MEDIA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0" y="109728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1A22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spc="3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FIREWORKS &amp; REVEAL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لحظة الكشف والألعاب النارية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114800" y="3017520"/>
            <a:ext cx="914400" cy="0"/>
          </a:xfrm>
          <a:prstGeom prst="line">
            <a:avLst/>
          </a:prstGeom>
          <a:noFill/>
          <a:ln w="12700">
            <a:solidFill>
              <a:srgbClr val="AFC8C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71600" y="32918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pinnacle of the evening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A1015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TRIUMPH PYRAMIDS LUXURY PLAZA HOTEL — 6TH MAY 2026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5029200" y="484632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STRIKE MEDIA © 2026</a:t>
            </a:r>
            <a:endParaRPr lang="en-US" sz="6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F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pdf_imgs/FIREWORKS_REVEA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274320"/>
            <a:ext cx="8595360" cy="4206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4617720"/>
            <a:ext cx="9144000" cy="525780"/>
          </a:xfrm>
          <a:prstGeom prst="rect">
            <a:avLst/>
          </a:prstGeom>
          <a:solidFill>
            <a:srgbClr val="0A1015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6634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FIREWORKS &amp; REVEAL MOMENT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029200" y="46634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لحظة الكشف والألعاب النارية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0" y="489204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STRIKE MEDIA © 2026</a:t>
            </a:r>
            <a:endParaRPr lang="en-US" sz="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F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pdf_imgs/FIREWORKS_REVEAL.jpg">    </p:cNvPr>
          <p:cNvPicPr>
            <a:picLocks noChangeAspect="1"/>
          </p:cNvPicPr>
          <p:nvPr/>
        </p:nvPicPr>
        <p:blipFill>
          <a:blip r:embed="rId1">
            <a:alphaModFix amt="15000"/>
          </a:blip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417">
              <a:alpha val="80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0" y="1371600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spc="6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TRIUMPH</a:t>
            </a:r>
            <a:endParaRPr lang="en-US" sz="4800" dirty="0"/>
          </a:p>
        </p:txBody>
      </p:sp>
      <p:sp>
        <p:nvSpPr>
          <p:cNvPr id="5" name="Text 2"/>
          <p:cNvSpPr/>
          <p:nvPr/>
        </p:nvSpPr>
        <p:spPr>
          <a:xfrm>
            <a:off x="0" y="21031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500" kern="0" dirty="0">
                <a:solidFill>
                  <a:srgbClr val="AFC8C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PYRAMIDS LUXURY PLAZA HOTEL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114800" y="2743200"/>
            <a:ext cx="914400" cy="0"/>
          </a:xfrm>
          <a:prstGeom prst="line">
            <a:avLst/>
          </a:prstGeom>
          <a:noFill/>
          <a:ln w="12700">
            <a:solidFill>
              <a:srgbClr val="AFC8C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0" y="29260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6th May 2026  |  Pyramids Panorama 4  |  Giza, Egypt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0" y="38404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DEVELOPED BY MOHAMED AYOUB GROUP  |  OPERATED BY TRIUMPH LUXURY HOTELS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0" y="4114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300" kern="0" dirty="0">
                <a:solidFill>
                  <a:srgbClr val="8B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POWERED BY STRIKE MEDIA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0" y="43891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Strike Media April © 2026 All rights reserved.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Triumph Pyramids Luxury Plaza Hotel — Launch Event</dc:title>
  <dc:subject>PptxGenJS Presentation</dc:subject>
  <dc:creator>Strike Media</dc:creator>
  <cp:lastModifiedBy>Strike Media</cp:lastModifiedBy>
  <cp:revision>1</cp:revision>
  <dcterms:created xsi:type="dcterms:W3CDTF">2026-04-15T21:23:29Z</dcterms:created>
  <dcterms:modified xsi:type="dcterms:W3CDTF">2026-04-15T21:23:29Z</dcterms:modified>
</cp:coreProperties>
</file>